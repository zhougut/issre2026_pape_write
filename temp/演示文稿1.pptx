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riv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235" y="253365"/>
            <a:ext cx="9955530" cy="63512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GearContro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30" y="431800"/>
            <a:ext cx="11864340" cy="58019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Zac</cp:lastModifiedBy>
  <cp:revision>157</cp:revision>
  <dcterms:created xsi:type="dcterms:W3CDTF">2019-06-19T02:08:00Z</dcterms:created>
  <dcterms:modified xsi:type="dcterms:W3CDTF">2026-07-02T22:26:24Z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1E106F66341049B1BA7ED555E19492D7_11</vt:lpwstr>
  </property>
</Properties>
</file>